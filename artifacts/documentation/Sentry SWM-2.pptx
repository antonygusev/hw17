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60709bdc595b6e0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60709bdc595b6e0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60709bdc595b6e0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60709bdc595b6e0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60709bdc595b6e0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60709bdc595b6e0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60709bdc595b6e0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60709bdc595b6e0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60709bdc595b6e0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60709bdc595b6e0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60709bdc595b6e0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60709bdc595b6e0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0709bdc595b6e0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60709bdc595b6e0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0709bdc595b6e0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60709bdc595b6e0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entry SWM-2 Sonar Watch Modu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ChatGPT Image Oct 23, 2026, 12_59_31 PM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HIL Submarine Defense Technology Sli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 title="ChatGPT Image Oct 23, 2026, 01_47_30 PM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ChatGPT Image Oct 23, 2026, 12_59_29 PM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ChatGPT Image Oct 23, 2026, 12_59_32 PM-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ChatGPT Image Oct 23, 2026, 12_59_32 PM-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ChatGPT Image Oct 23, 2026, 01_47_31 PM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 title="ChatGPT Image Oct 23, 2026, 01_47_32 PM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 title="ChatGPT Image Oct 23, 2026, 12_59_31 PM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 title="ChatGPT Image Oct 23, 2026, 12_59_31 PM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0" title="ChatGPT Image Oct 23, 2026, 12_59_33 PM-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 title="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 title="ChatGPT Image Oct 23, 2026, 12_59_35 PM-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 title="Sentry SWM-2_ Tactical Testing Framewo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